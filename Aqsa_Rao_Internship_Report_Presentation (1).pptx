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WEB DEVELOPMENT &amp; DIGITAL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Internship Report Presentation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CollegeDisha Pvt. Ltd.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AQSA RAO | B.Tech CSE | Batch 2026–27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Organisation: CollegeDisha Pvt. Ltd.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Domain: Web Development &amp; Digital Marketing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Internship duration: 60 days / two-month summer internship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Start date stated in the report: 12 June 2025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Focus: technical learning + digital workflows + professional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ABOUT THE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CollegeDisha Pvt. Ltd.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Tagline: “Mapping Your Path to Success”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Corporate office: Logix Infotech Park, Sector 59, Noida, Uttar Pradesh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report records the organisation details based on the internship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PROBLEM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internship connected two areas of a modern digital organisation: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Web platform — how users interact with digital information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Digital marketing — how information reaches the intended audience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Academic focus: planning, executing, reviewing and improving digital activities while maintaining usability, accuracy, consistency and professional quality.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report presents this as an academic problem domain, not as a specific internal company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Gain practical exposure to web development and digital workflows.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Understand the relationship between website structure, UX, content and digital visibility.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Strengthen HTML, CSS, basic JavaScript and responsive web concepts.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Understand content planning, SEO and social media support.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Develop communication, teamwork, reporting, time management and problem-solving skills.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Learn how tasks are planned, tested, reviewed and improved through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SCOPE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Web development: page structure, styling, responsive presentation, scripting, testing and troubleshooting.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Digital marketing: content planning, search visibility, social media support, analytics awareness and documentation.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Professional practices: attendance, reporting, accountability, discipline and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Web Development: HTML5, CSS3, JavaScript fundamentals, responsive web design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Code Editor: Visual Studio Code or equivalent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Version Control: Git / GitHub fundamentals, where applicable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CMS: WordPress or relevant content-management workflow, where applicable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SEO: Google Search Console and keyword research tools, where applicable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Analytics: Google Analytics / platform analytics, where applicable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Design &amp; Productivity: Canva, Excel, Google Sheets, Google Docs and collaboration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SYSTEM / WORKFLOW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Requirement / Content Input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Web Development Layer — HTML • CSS • JavaScript • CMS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Website / Digital Platform — Pages • Content • Forms • User Interface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Search &amp; Digital Marketing — SEO • Social Media • Digital Content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Audience / Users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Performance Review &amp; Feedback — Analytics • Testing •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1. Requirement Understanding — understand task, audience, output and deadline.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2. Planning — break work into smaller activities and identify resources.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3. Execution — complete assigned work according to instructions and scope.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4. Testing &amp; Review — check errors, accuracy, usability, links, layout and functionality.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5. Feedback &amp; Revision — discuss corrections and improve the output.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6. Documentation — record completed work, learning and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WEB DEVELOPMENT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HTML provides the structural foundation of a webpage.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CSS controls presentation and layout.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JavaScript can introduce interaction and dynamic behaviour.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Responsive design requires checking pages across different screen sizes.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Testing and debugging involve identifying the exact issue, isolating it, correcting it and checking the result again.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DIGITAL MARKETING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Content should be clear, relevant and consistent with the intended audience.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SEO connects content quality with technical presentation and discoverability.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Important areas include page titles, descriptions, keywords, structure and relevance.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Social media communication should be adapted to each platform while maintaining organisational identity.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Performance metrics can be reviewed to improve future activities.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PROFESSIONAL SKILLS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Communication — clarified requirements, gave updates and reported work.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Teamwork — understood responsibilities and dependencies within a team.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Time Management — planned work and managed priorities.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Problem Solving — analysed issues, tested solutions and verified results.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Attention to Detail — checked content, layout, links and formatting.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Adaptability — learned unfamiliar processes and adjusted to changing requirements.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Documentation — maintained records and prepared academic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WORKPLACE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Daily attendance and reporting were part of the internship expectations.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experience highlighted punctuality, accountability and professional communication.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report also notes the importance of discipline, dedication and following the organisation’s terms and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KEY LEARNING /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Better understanding of professional web-development workflows.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Improved awareness of SEO, content planning, social media and digital audience engagement.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Better understanding of testing, review and feedback.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Improved communication, teamwork, time management and professional discipline.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Greater confidence in connecting B.Tech CSE concepts with practical digital work.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Foundation for further learning in front-end development, SEO, analytics and content strategy.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internship at CollegeDisha Pvt. Ltd. provided professional exposure to Web Development &amp; Digital Marketing.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It helped connect academic concepts with professional expectations.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most important learning was that technical knowledge must be supported by communication, attention to detail, time management, feedback and responsibility.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The experience created a practical foundation for future learning and digital product improvement.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AQSA RAO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B.Tech Computer Science &amp; Engineering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